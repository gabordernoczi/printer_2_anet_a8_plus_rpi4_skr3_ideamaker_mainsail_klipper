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61" r:id="rId4"/>
    <p:sldId id="259" r:id="rId5"/>
    <p:sldId id="262" r:id="rId6"/>
    <p:sldId id="263" r:id="rId7"/>
    <p:sldId id="266" r:id="rId8"/>
    <p:sldId id="257" r:id="rId9"/>
    <p:sldId id="267" r:id="rId10"/>
    <p:sldId id="278" r:id="rId11"/>
    <p:sldId id="268" r:id="rId12"/>
    <p:sldId id="277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657469-64FF-7A89-40C1-E5495C7413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A512DE7-C93B-3878-5206-205A7B9E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B09261E-1F07-635A-61B4-F4988E65E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1B60601-D7AF-E60B-3ED4-D06A4BC0B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661979F-E0A5-FCE3-7C86-B1ECAF926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6625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335A74-ABE7-328F-6E0C-7A5200FD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2B32007-BC58-D88D-AE93-54AEE4794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0C9D4E4-3563-6378-F977-5B14BB506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A98D60-071E-8103-B513-3015BD407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C73C5A-991A-3F05-58DF-D9284A2E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925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908883A-8C4E-253B-44D5-E125857C2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7BE90C9-B028-3D31-A5ED-56EA2C625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6B726F-3A3E-1B89-AE11-80EA26C89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59E245F-00D8-BF75-1CA1-528A85289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A8BD1FB-F623-26C2-5F9C-F67980102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533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839E7EE-972B-9F0E-D614-DB7615C6E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20744F-452C-5C19-C809-0DA9A12E63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B2D759A-0089-AC54-408D-219D3C28E0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2BF7825-0AA3-3464-5065-E267DF947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6360EF7-4F9C-AA33-2884-A0942FDA8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C43655B-340E-6B3D-5142-8E7A71352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659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ABEFBD-2174-0227-D1E6-7227CB744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94AA9D4-6F6A-4E7D-62FE-30AA17D64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78B1172-17C9-875F-6C79-CBB49B51B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497493E-53AA-3749-5879-AD2610D46D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D232DA9-0D80-AAE0-D276-333CA39A9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389DA2B-4EEA-9C7A-3B01-D6455D2BA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09FFC33-C441-C403-B4F1-E45166F17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986D74D-8CC2-522A-DB50-D2B291790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1234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FC01E4-FC6A-E8BA-C8E2-7D5EE80A4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B86DA7C-D019-D0E4-E84B-F161C139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74447B2-6A60-CA07-F70A-67C5BA514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6FFF82A-B0BF-80B4-5A60-6D18AE38A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40565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F26D8A8-66A7-1854-5BB3-5E08EC1E0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AA4636C1-DDF0-BBF7-6E56-A35F5CCEC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E806F1C-D11B-A9D6-6FA5-7DB90157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1646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C22118-6D40-A0E5-5305-4DE7A667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D172E3C-619C-25C8-6725-89544F46E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F074896-8A44-8B3A-E4C1-999E99618E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7D351F0-0D06-6BAC-7748-E8714EFA2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E83507C-47CA-A597-C24A-FF2F9FA49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1DE8CCA-9405-ADBC-2E71-F4F5B6512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0962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97A840-DD41-A6AD-9890-CA19DD920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D9FB560-B522-FE15-29C3-35521CDFAA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39A93D2-34BC-EBBB-5DB5-8249301381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B89D4C1-D2DF-7600-B2FB-5CFCF3B68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A9BB31B-22A9-5D91-846F-451F16AFD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C0303E0-4AA5-F5FF-0EC4-A5C20319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2564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DCA95-CF0F-7B93-8742-FD8BF64C4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6D3FCCE-B21F-4D93-24D2-5D617B23B2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9AEE409-6D44-0DDA-2258-207192C48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47C80CA-DB56-DA95-EA80-55428C7B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26EE893-11C4-74CE-AA77-99F547E1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0105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E230B97-98F0-ECD8-2C17-865F20F70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CD5D691-3403-41C1-647D-ED9BB8FF7C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21D35B1-1381-60D3-31A9-F621C750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5A96E43-C599-6C7D-120C-1240C93B3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BBD7215-7C08-C9A3-E50C-A0D89E5E7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4368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578D3DE-21F4-CBC7-8AE7-583AF9C3F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A3D4041-E501-EC0E-7121-3F93D4D77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3285B2-177C-36EA-79BF-A968238C2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F5F783-7EEC-427D-9355-5A471A23EAF4}" type="datetimeFigureOut">
              <a:rPr lang="hu-HU" smtClean="0"/>
              <a:t>2026. 02. 05.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F106D79-3991-041B-4BCF-705E61C7E0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E1366ED-C3A6-67EF-48B2-72CC6FD57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52168-B9DD-41CD-A642-D7ABA3F47CE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085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pi@mainsailos.loca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hyperlink" Target="https://github.com/TeraTermProject/teraterm/releases/tag/v5.3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7CBAABA8-7AE8-9A97-4B88-E04C0850500C}"/>
              </a:ext>
            </a:extLst>
          </p:cNvPr>
          <p:cNvSpPr txBox="1"/>
          <p:nvPr/>
        </p:nvSpPr>
        <p:spPr>
          <a:xfrm>
            <a:off x="735290" y="405352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Install</a:t>
            </a:r>
            <a:r>
              <a:rPr lang="hu-HU" dirty="0"/>
              <a:t> </a:t>
            </a:r>
            <a:r>
              <a:rPr lang="hu-HU" dirty="0" err="1"/>
              <a:t>mainsailos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raspberry</a:t>
            </a:r>
            <a:r>
              <a:rPr lang="hu-HU" dirty="0"/>
              <a:t> 4 </a:t>
            </a:r>
            <a:r>
              <a:rPr lang="hu-HU" dirty="0" err="1"/>
              <a:t>with</a:t>
            </a:r>
            <a:r>
              <a:rPr lang="hu-HU" dirty="0"/>
              <a:t> </a:t>
            </a:r>
            <a:r>
              <a:rPr lang="hu-HU" dirty="0" err="1"/>
              <a:t>raspberry</a:t>
            </a:r>
            <a:r>
              <a:rPr lang="hu-HU" dirty="0"/>
              <a:t> </a:t>
            </a:r>
            <a:r>
              <a:rPr lang="hu-HU" dirty="0" err="1"/>
              <a:t>imager</a:t>
            </a:r>
            <a:r>
              <a:rPr lang="hu-HU" dirty="0"/>
              <a:t>, SD </a:t>
            </a:r>
            <a:r>
              <a:rPr lang="hu-HU" dirty="0" err="1"/>
              <a:t>card</a:t>
            </a:r>
            <a:r>
              <a:rPr lang="hu-HU"/>
              <a:t>.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795EC73-E989-5D20-ECD3-183433EFE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55" y="1023225"/>
            <a:ext cx="7539355" cy="4811549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4C600785-B2B1-6E1E-6F24-53317334566B}"/>
              </a:ext>
            </a:extLst>
          </p:cNvPr>
          <p:cNvSpPr txBox="1"/>
          <p:nvPr/>
        </p:nvSpPr>
        <p:spPr>
          <a:xfrm>
            <a:off x="622169" y="5834774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Set</a:t>
            </a:r>
            <a:r>
              <a:rPr lang="hu-HU" dirty="0"/>
              <a:t> wifi and </a:t>
            </a:r>
            <a:r>
              <a:rPr lang="hu-HU" dirty="0" err="1"/>
              <a:t>password</a:t>
            </a:r>
            <a:r>
              <a:rPr lang="hu-HU" dirty="0"/>
              <a:t> </a:t>
            </a:r>
            <a:r>
              <a:rPr lang="hu-HU" dirty="0" err="1"/>
              <a:t>etc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79410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26589473-2F12-10D4-D218-E3DE47C3A013}"/>
              </a:ext>
            </a:extLst>
          </p:cNvPr>
          <p:cNvSpPr txBox="1"/>
          <p:nvPr/>
        </p:nvSpPr>
        <p:spPr>
          <a:xfrm>
            <a:off x="386498" y="405352"/>
            <a:ext cx="80222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  <a:p>
            <a:r>
              <a:rPr lang="hu-HU" dirty="0" err="1"/>
              <a:t>ssh</a:t>
            </a:r>
            <a:r>
              <a:rPr lang="hu-HU" dirty="0"/>
              <a:t> </a:t>
            </a:r>
            <a:r>
              <a:rPr lang="hu-HU" dirty="0" err="1">
                <a:hlinkClick r:id="rId2"/>
              </a:rPr>
              <a:t>pi@mainsailos.local</a:t>
            </a:r>
            <a:endParaRPr lang="hu-HU" dirty="0"/>
          </a:p>
          <a:p>
            <a:endParaRPr lang="hu-HU" dirty="0"/>
          </a:p>
          <a:p>
            <a:r>
              <a:rPr lang="hu-HU" dirty="0"/>
              <a:t>cd klipper</a:t>
            </a:r>
          </a:p>
          <a:p>
            <a:r>
              <a:rPr lang="hu-HU" dirty="0" err="1"/>
              <a:t>make</a:t>
            </a:r>
            <a:r>
              <a:rPr lang="hu-HU" dirty="0"/>
              <a:t> </a:t>
            </a:r>
            <a:r>
              <a:rPr lang="hu-HU" dirty="0" err="1"/>
              <a:t>menuconfig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FD4F3B6-F411-C71F-5E5A-9EEF90C1B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498" y="2918114"/>
            <a:ext cx="10341236" cy="253005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12608F9D-FD14-E8B0-3486-9B80229BC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98" y="2309568"/>
            <a:ext cx="7398482" cy="493232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B673E43C-9D80-297A-EBA1-98D0FBCDE810}"/>
              </a:ext>
            </a:extLst>
          </p:cNvPr>
          <p:cNvSpPr txBox="1"/>
          <p:nvPr/>
        </p:nvSpPr>
        <p:spPr>
          <a:xfrm>
            <a:off x="386498" y="5512863"/>
            <a:ext cx="802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Make</a:t>
            </a:r>
            <a:r>
              <a:rPr lang="hu-HU" dirty="0"/>
              <a:t> -&gt; </a:t>
            </a:r>
            <a:r>
              <a:rPr lang="hu-HU" dirty="0" err="1"/>
              <a:t>klipper.bin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94833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DE0E9F0C-EBE0-3186-7122-11A448D94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90" y="882963"/>
            <a:ext cx="7437765" cy="3055885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7557804B-E115-5C21-0398-5339C2F4A679}"/>
              </a:ext>
            </a:extLst>
          </p:cNvPr>
          <p:cNvSpPr txBox="1"/>
          <p:nvPr/>
        </p:nvSpPr>
        <p:spPr>
          <a:xfrm>
            <a:off x="641021" y="4047127"/>
            <a:ext cx="802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Rename</a:t>
            </a:r>
            <a:r>
              <a:rPr lang="hu-HU" dirty="0"/>
              <a:t> </a:t>
            </a:r>
            <a:r>
              <a:rPr lang="hu-HU" dirty="0" err="1"/>
              <a:t>Klipper.bin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firmware.bin</a:t>
            </a:r>
            <a:r>
              <a:rPr lang="hu-HU" dirty="0"/>
              <a:t> and </a:t>
            </a:r>
            <a:r>
              <a:rPr lang="hu-HU" dirty="0" err="1"/>
              <a:t>copy</a:t>
            </a:r>
            <a:r>
              <a:rPr lang="hu-HU" dirty="0"/>
              <a:t> SD </a:t>
            </a:r>
            <a:r>
              <a:rPr lang="hu-HU" dirty="0" err="1"/>
              <a:t>card</a:t>
            </a:r>
            <a:r>
              <a:rPr lang="hu-HU" dirty="0"/>
              <a:t> -&gt;</a:t>
            </a:r>
            <a:r>
              <a:rPr lang="hu-HU" dirty="0" err="1"/>
              <a:t>power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SKR3</a:t>
            </a:r>
          </a:p>
          <a:p>
            <a:r>
              <a:rPr lang="hu-HU" dirty="0" err="1"/>
              <a:t>Get</a:t>
            </a:r>
            <a:r>
              <a:rPr lang="hu-HU" dirty="0"/>
              <a:t> </a:t>
            </a:r>
            <a:r>
              <a:rPr lang="hu-HU" dirty="0" err="1"/>
              <a:t>firmware.cur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46885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2A24B54-9626-74DC-7F7F-F228B4007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36" y="1751813"/>
            <a:ext cx="9446288" cy="3508343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01D80B46-9A68-3E48-EC16-D749C0EC3AED}"/>
              </a:ext>
            </a:extLst>
          </p:cNvPr>
          <p:cNvSpPr txBox="1"/>
          <p:nvPr/>
        </p:nvSpPr>
        <p:spPr>
          <a:xfrm>
            <a:off x="603314" y="951513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lsusb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8385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E4B9354-F20C-86EB-3543-856982C59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21" y="1120406"/>
            <a:ext cx="10996613" cy="5616427"/>
          </a:xfrm>
          <a:prstGeom prst="rect">
            <a:avLst/>
          </a:prstGeom>
        </p:spPr>
      </p:pic>
      <p:sp>
        <p:nvSpPr>
          <p:cNvPr id="4" name="Szövegdoboz 3">
            <a:extLst>
              <a:ext uri="{FF2B5EF4-FFF2-40B4-BE49-F238E27FC236}">
                <a16:creationId xmlns:a16="http://schemas.microsoft.com/office/drawing/2014/main" id="{0E72CE6D-B2C9-6B6C-57DC-7C8E985633ED}"/>
              </a:ext>
            </a:extLst>
          </p:cNvPr>
          <p:cNvSpPr txBox="1"/>
          <p:nvPr/>
        </p:nvSpPr>
        <p:spPr>
          <a:xfrm>
            <a:off x="348791" y="372360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Create</a:t>
            </a:r>
            <a:r>
              <a:rPr lang="hu-HU" dirty="0"/>
              <a:t> </a:t>
            </a:r>
            <a:r>
              <a:rPr lang="hu-HU" dirty="0" err="1"/>
              <a:t>printer.cfg</a:t>
            </a:r>
            <a:r>
              <a:rPr lang="hu-HU" dirty="0"/>
              <a:t>-t in </a:t>
            </a:r>
            <a:r>
              <a:rPr lang="hu-HU" dirty="0" err="1"/>
              <a:t>mainsail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017136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828F9BB5-0A65-C5E5-3593-686E06DED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8806" y="2218527"/>
            <a:ext cx="10807741" cy="34846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87E5C4C-195A-39B3-BE7D-3E97682C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550" y="1596413"/>
            <a:ext cx="6805250" cy="36579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B19E28B1-3A25-5E08-5933-2FBF5078F20F}"/>
              </a:ext>
            </a:extLst>
          </p:cNvPr>
          <p:cNvSpPr txBox="1"/>
          <p:nvPr/>
        </p:nvSpPr>
        <p:spPr>
          <a:xfrm>
            <a:off x="996550" y="693760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Copy</a:t>
            </a:r>
            <a:r>
              <a:rPr lang="hu-HU" dirty="0"/>
              <a:t> </a:t>
            </a:r>
            <a:r>
              <a:rPr lang="hu-HU" dirty="0" err="1"/>
              <a:t>usb</a:t>
            </a:r>
            <a:r>
              <a:rPr lang="hu-HU" dirty="0"/>
              <a:t> </a:t>
            </a:r>
            <a:r>
              <a:rPr lang="hu-HU" dirty="0" err="1"/>
              <a:t>address</a:t>
            </a:r>
            <a:r>
              <a:rPr lang="hu-HU" dirty="0"/>
              <a:t> </a:t>
            </a:r>
            <a:r>
              <a:rPr lang="hu-HU" dirty="0" err="1"/>
              <a:t>to</a:t>
            </a:r>
            <a:r>
              <a:rPr lang="hu-HU" dirty="0"/>
              <a:t> </a:t>
            </a:r>
            <a:r>
              <a:rPr lang="hu-HU" dirty="0" err="1"/>
              <a:t>printer.cfg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13538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zövegdoboz 5">
            <a:extLst>
              <a:ext uri="{FF2B5EF4-FFF2-40B4-BE49-F238E27FC236}">
                <a16:creationId xmlns:a16="http://schemas.microsoft.com/office/drawing/2014/main" id="{B19E28B1-3A25-5E08-5933-2FBF5078F20F}"/>
              </a:ext>
            </a:extLst>
          </p:cNvPr>
          <p:cNvSpPr txBox="1"/>
          <p:nvPr/>
        </p:nvSpPr>
        <p:spPr>
          <a:xfrm>
            <a:off x="996550" y="693760"/>
            <a:ext cx="8022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Enable</a:t>
            </a:r>
            <a:r>
              <a:rPr lang="hu-HU" dirty="0"/>
              <a:t> TMC2209 in </a:t>
            </a:r>
            <a:r>
              <a:rPr lang="hu-HU" dirty="0" err="1"/>
              <a:t>printer.cfg</a:t>
            </a:r>
            <a:endParaRPr lang="hu-HU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476AE397-F196-969B-D913-8D5C5A24A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43" y="1430652"/>
            <a:ext cx="4541914" cy="505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8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7568BEFF-F5B0-AF7F-0CF0-B9B9576392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307"/>
          <a:stretch/>
        </p:blipFill>
        <p:spPr>
          <a:xfrm>
            <a:off x="0" y="848412"/>
            <a:ext cx="12192000" cy="575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021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499FE394-C57D-B0B2-BBBF-60A360E5B1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672"/>
          <a:stretch/>
        </p:blipFill>
        <p:spPr>
          <a:xfrm>
            <a:off x="0" y="1093509"/>
            <a:ext cx="12192000" cy="554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20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01D80B46-9A68-3E48-EC16-D749C0EC3AED}"/>
              </a:ext>
            </a:extLst>
          </p:cNvPr>
          <p:cNvSpPr txBox="1"/>
          <p:nvPr/>
        </p:nvSpPr>
        <p:spPr>
          <a:xfrm>
            <a:off x="838200" y="1204989"/>
            <a:ext cx="80222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Download Tera Term and -&gt; host</a:t>
            </a:r>
            <a:r>
              <a:rPr lang="hu-HU" dirty="0"/>
              <a:t>=</a:t>
            </a:r>
            <a:r>
              <a:rPr lang="hu-HU" dirty="0" err="1"/>
              <a:t>pi@mainsailos</a:t>
            </a:r>
            <a:r>
              <a:rPr lang="en-US" noProof="0" dirty="0"/>
              <a:t>-&gt; 192.168.0.127 -&gt; pi1 and password</a:t>
            </a:r>
          </a:p>
          <a:p>
            <a:r>
              <a:rPr lang="en-US" noProof="0" dirty="0"/>
              <a:t>Get USB ID: ls /dev/serial/by-id/*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32A2F2C-95A8-484D-A455-941CFA057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14" y="2518423"/>
            <a:ext cx="6794675" cy="364434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897AF32-1906-7D5B-1FDE-7CF3FE577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400" y="2712236"/>
            <a:ext cx="4019412" cy="3256715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B91B4966-3DF1-5D51-4139-CB0EDC1039F0}"/>
              </a:ext>
            </a:extLst>
          </p:cNvPr>
          <p:cNvSpPr txBox="1"/>
          <p:nvPr/>
        </p:nvSpPr>
        <p:spPr>
          <a:xfrm>
            <a:off x="838200" y="2032291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hlinkClick r:id="rId4"/>
              </a:rPr>
              <a:t>Release Tera Term 5.3 · </a:t>
            </a:r>
            <a:r>
              <a:rPr lang="en-US" noProof="0" dirty="0" err="1">
                <a:hlinkClick r:id="rId4"/>
              </a:rPr>
              <a:t>TeraTermProject</a:t>
            </a:r>
            <a:r>
              <a:rPr lang="en-US" noProof="0" dirty="0">
                <a:hlinkClick r:id="rId4"/>
              </a:rPr>
              <a:t>/</a:t>
            </a:r>
            <a:r>
              <a:rPr lang="en-US" noProof="0" dirty="0" err="1">
                <a:hlinkClick r:id="rId4"/>
              </a:rPr>
              <a:t>teraterm</a:t>
            </a:r>
            <a:endParaRPr lang="en-US" noProof="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B108079-CAAF-F4F3-3691-575B1BE02E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93022"/>
            <a:ext cx="7118937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Upgrading Anet A8 Plus to Klipper with MainsailOS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Printer #1 with RPI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&amp; SKR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B5F4B134-D306-CA83-28D9-BABC704B37E3}"/>
              </a:ext>
            </a:extLst>
          </p:cNvPr>
          <p:cNvGrpSpPr/>
          <p:nvPr/>
        </p:nvGrpSpPr>
        <p:grpSpPr>
          <a:xfrm>
            <a:off x="9329678" y="240631"/>
            <a:ext cx="2686721" cy="1080000"/>
            <a:chOff x="9329678" y="240631"/>
            <a:chExt cx="2686721" cy="1080000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B892534D-EEAB-ACE5-5EFD-CE27ADFCC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29678" y="240631"/>
              <a:ext cx="1252744" cy="1080000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2D60D515-2119-7C54-C32F-D0EF1E2EC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568" t="1476" r="5840" b="2880"/>
            <a:stretch/>
          </p:blipFill>
          <p:spPr>
            <a:xfrm>
              <a:off x="10582422" y="240631"/>
              <a:ext cx="1433977" cy="1080000"/>
            </a:xfrm>
            <a:prstGeom prst="rect">
              <a:avLst/>
            </a:prstGeom>
          </p:spPr>
        </p:pic>
      </p:grpSp>
      <p:sp>
        <p:nvSpPr>
          <p:cNvPr id="12" name="Dia számának helye 11">
            <a:extLst>
              <a:ext uri="{FF2B5EF4-FFF2-40B4-BE49-F238E27FC236}">
                <a16:creationId xmlns:a16="http://schemas.microsoft.com/office/drawing/2014/main" id="{13BFEF6B-219A-2251-A579-EF8E216D0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708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D165A8B4-7A6A-B513-42FD-E52C37EE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466" y="962877"/>
            <a:ext cx="3772227" cy="43666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A2C3B26-5B61-602E-81BF-801F4DEE3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95" y="3978111"/>
            <a:ext cx="829378" cy="721265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58FA2AA2-3F34-121A-18C1-B344FEF9C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228" y="5006390"/>
            <a:ext cx="1010712" cy="78851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931A50D0-475E-63BE-D903-19C250B95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159" y="1300619"/>
            <a:ext cx="4093925" cy="486479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608131A-C017-FACF-36ED-BD4FF43C6C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1939" y="3864990"/>
            <a:ext cx="2236559" cy="2583381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214B4D72-F884-30E7-2C13-3A16E744A8C2}"/>
              </a:ext>
            </a:extLst>
          </p:cNvPr>
          <p:cNvSpPr txBox="1"/>
          <p:nvPr/>
        </p:nvSpPr>
        <p:spPr>
          <a:xfrm>
            <a:off x="857839" y="452487"/>
            <a:ext cx="4242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Volcano</a:t>
            </a:r>
            <a:r>
              <a:rPr lang="hu-HU" dirty="0"/>
              <a:t> V6 </a:t>
            </a:r>
            <a:r>
              <a:rPr lang="hu-HU" dirty="0" err="1"/>
              <a:t>extruder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46348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7BA47-64B2-5AA1-1978-DBD0180E5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7107BE64-C194-1582-92C7-B3198C223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806" y="1155777"/>
            <a:ext cx="10006994" cy="5324535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F8C1784-B6DA-20E3-8EE2-4DD2B8008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77688"/>
            <a:ext cx="25987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hu-HU" sz="2400" dirty="0" err="1">
                <a:latin typeface="Arial" panose="020B0604020202020204" pitchFamily="34" charset="0"/>
                <a:cs typeface="Arial" panose="020B0604020202020204" pitchFamily="34" charset="0"/>
              </a:rPr>
              <a:t>IdeaMaker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latin typeface="Arial" panose="020B0604020202020204" pitchFamily="34" charset="0"/>
                <a:cs typeface="Arial" panose="020B0604020202020204" pitchFamily="34" charset="0"/>
              </a:rPr>
              <a:t>Profile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Dia számának helye 9">
            <a:extLst>
              <a:ext uri="{FF2B5EF4-FFF2-40B4-BE49-F238E27FC236}">
                <a16:creationId xmlns:a16="http://schemas.microsoft.com/office/drawing/2014/main" id="{0B391105-2BF1-A375-5CAC-FB3BA096C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52168-B9DD-41CD-A642-D7ABA3F47CE8}" type="slidenum">
              <a:rPr lang="hu-HU" smtClean="0"/>
              <a:t>12</a:t>
            </a:fld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B9961E47-8248-20C6-DAC1-9083E6211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806" y="5236655"/>
            <a:ext cx="6590681" cy="1243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368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136</Words>
  <Application>Microsoft Office PowerPoint</Application>
  <PresentationFormat>Szélesvásznú</PresentationFormat>
  <Paragraphs>22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Dernóczi</dc:creator>
  <cp:lastModifiedBy>Gabor Dernoczi</cp:lastModifiedBy>
  <cp:revision>24</cp:revision>
  <dcterms:created xsi:type="dcterms:W3CDTF">2024-07-22T10:00:37Z</dcterms:created>
  <dcterms:modified xsi:type="dcterms:W3CDTF">2026-02-05T21:36:17Z</dcterms:modified>
</cp:coreProperties>
</file>